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8" r:id="rId7"/>
    <p:sldId id="269" r:id="rId8"/>
    <p:sldId id="270" r:id="rId9"/>
    <p:sldId id="271" r:id="rId10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8"/>
  </p:normalViewPr>
  <p:slideViewPr>
    <p:cSldViewPr snapToGrid="0">
      <p:cViewPr varScale="1">
        <p:scale>
          <a:sx n="90" d="100"/>
          <a:sy n="90" d="100"/>
        </p:scale>
        <p:origin x="7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7T02:28: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0.000 19.000 24575,'0.000'-3.000'0,"0.000"-4.000"0,0.000-1.000-8191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D395E-B436-4E24-866C-AC7504C45A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736B2-E180-418C-9553-4E1284C100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68FAB6-FDDC-4FA3-A09C-8C531CB9D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68FAB6-FDDC-4FA3-A09C-8C531CB9D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H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10422" b="5309"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5791" y="3331444"/>
            <a:ext cx="6470692" cy="122930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Presentation for the Front-end Part</a:t>
            </a:r>
            <a:endParaRPr lang="en-TH" sz="36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791" y="4735799"/>
            <a:ext cx="6470693" cy="605256"/>
          </a:xfrm>
        </p:spPr>
        <p:txBody>
          <a:bodyPr>
            <a:normAutofit/>
          </a:bodyPr>
          <a:lstStyle/>
          <a:p>
            <a:r>
              <a:rPr lang="en-TH"/>
              <a:t>3 mins per group</a:t>
            </a:r>
            <a:endParaRPr lang="en-TH" dirty="0"/>
          </a:p>
        </p:txBody>
      </p:sp>
      <p:cxnSp>
        <p:nvCxnSpPr>
          <p:cNvPr id="13" name="Straight Connector 1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72429" y="4641183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!!footer rectangl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H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1. Member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H" dirty="0"/>
              <a:t>1. Name ID Sec. </a:t>
            </a:r>
            <a:r>
              <a:rPr lang="en-US" altLang="en-TH" dirty="0"/>
              <a:t>20232088</a:t>
            </a:r>
            <a:endParaRPr lang="en-US" altLang="en-TH" dirty="0"/>
          </a:p>
          <a:p>
            <a:r>
              <a:rPr lang="en-US" altLang="en-TH" dirty="0"/>
              <a:t>2. </a:t>
            </a:r>
            <a:r>
              <a:rPr lang="en-TH" dirty="0">
                <a:sym typeface="+mn-ea"/>
              </a:rPr>
              <a:t>Name ID Sec</a:t>
            </a:r>
            <a:r>
              <a:rPr lang="en-US" altLang="en-TH" dirty="0">
                <a:sym typeface="+mn-ea"/>
              </a:rPr>
              <a:t>. </a:t>
            </a:r>
            <a:r>
              <a:rPr lang="en-US" altLang="zh-CN" dirty="0"/>
              <a:t>20232084</a:t>
            </a:r>
            <a:endParaRPr lang="en-US" altLang="zh-CN" dirty="0"/>
          </a:p>
          <a:p>
            <a:endParaRPr lang="en-TH" dirty="0"/>
          </a:p>
        </p:txBody>
      </p:sp>
      <p:pic>
        <p:nvPicPr>
          <p:cNvPr id="1026" name="Picture 2" descr="Default profile picture avatar user icon Vector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457" y="3860799"/>
            <a:ext cx="1765168" cy="190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Default profile picture avatar user icon Vector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372" y="3860799"/>
            <a:ext cx="1765168" cy="190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efault profile picture avatar user icon Vector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939" y="3860798"/>
            <a:ext cx="1765168" cy="190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4736465" y="5499100"/>
            <a:ext cx="1289685" cy="6343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en-TH" dirty="0">
                <a:solidFill>
                  <a:srgbClr val="FF0000"/>
                </a:solidFill>
              </a:rPr>
              <a:t>  </a:t>
            </a:r>
            <a:endParaRPr lang="en-US" altLang="en-TH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zhairuitong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56400" y="5765165"/>
            <a:ext cx="610298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TH" dirty="0">
                <a:solidFill>
                  <a:srgbClr val="FF0000"/>
                </a:solidFill>
              </a:rPr>
              <a:t>Weijinge(Submerge)</a:t>
            </a:r>
            <a:endParaRPr lang="en-US" altLang="en-TH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15184" y="1150221"/>
            <a:ext cx="4730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H" dirty="0"/>
              <a:t>** project leader</a:t>
            </a:r>
            <a:endParaRPr lang="en-TH" dirty="0"/>
          </a:p>
          <a:p>
            <a:r>
              <a:rPr lang="en-TH" dirty="0"/>
              <a:t>(who will upload this presentation to the Moodle )</a:t>
            </a:r>
            <a:endParaRPr lang="en-TH" dirty="0"/>
          </a:p>
        </p:txBody>
      </p:sp>
      <p:sp>
        <p:nvSpPr>
          <p:cNvPr id="17" name="TextBox 16"/>
          <p:cNvSpPr txBox="1"/>
          <p:nvPr/>
        </p:nvSpPr>
        <p:spPr>
          <a:xfrm>
            <a:off x="6882939" y="6024728"/>
            <a:ext cx="6567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dirty="0"/>
              <a:t>** project leader</a:t>
            </a:r>
            <a:endParaRPr lang="en-TH" dirty="0"/>
          </a:p>
        </p:txBody>
      </p:sp>
      <p:pic>
        <p:nvPicPr>
          <p:cNvPr id="8" name="图片 7" descr="IMG_0901(20230824-191810)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560" y="3333750"/>
            <a:ext cx="1754505" cy="2265680"/>
          </a:xfrm>
          <a:prstGeom prst="rect">
            <a:avLst/>
          </a:prstGeom>
        </p:spPr>
      </p:pic>
      <p:pic>
        <p:nvPicPr>
          <p:cNvPr id="4" name="图片 3" descr="9bbc8d48eb939ad6292f5006019c85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600" y="3334385"/>
            <a:ext cx="1763395" cy="2327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2. Project name/Project Goal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TH" dirty="0">
                <a:solidFill>
                  <a:schemeClr val="tx1"/>
                </a:solidFill>
              </a:rPr>
              <a:t>Project name: </a:t>
            </a:r>
            <a:r>
              <a:rPr lang="en-US" altLang="zh-CN" b="1" dirty="0">
                <a:solidFill>
                  <a:schemeClr val="tx1"/>
                </a:solidFill>
              </a:rPr>
              <a:t>The Social Anti-Fake News System</a:t>
            </a:r>
            <a:endParaRPr lang="en-US" altLang="zh-CN" b="1" dirty="0">
              <a:solidFill>
                <a:schemeClr val="tx1"/>
              </a:solidFill>
            </a:endParaRPr>
          </a:p>
          <a:p>
            <a:r>
              <a:rPr lang="en-TH" dirty="0">
                <a:solidFill>
                  <a:schemeClr val="tx1"/>
                </a:solidFill>
              </a:rPr>
              <a:t>Project goal: 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to help check fake news.  The users who heard the news can enter the news into the system,</a:t>
            </a:r>
            <a:endParaRPr lang="en-US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so the other users can see all the news.  The other users can look at the news and vote</a:t>
            </a:r>
            <a:endParaRPr lang="en-US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whether this news is fake or not, and put their comments on why they think this is fake or</a:t>
            </a:r>
            <a:endParaRPr lang="en-US" altLang="zh-C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485" y="218"/>
            <a:ext cx="10058400" cy="1450757"/>
          </a:xfrm>
        </p:spPr>
        <p:txBody>
          <a:bodyPr/>
          <a:lstStyle/>
          <a:p>
            <a:r>
              <a:rPr lang="en-TH" dirty="0"/>
              <a:t>3. Features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3585" y="1518285"/>
            <a:ext cx="10861040" cy="4725035"/>
          </a:xfrm>
        </p:spPr>
        <p:txBody>
          <a:bodyPr>
            <a:normAutofit fontScale="25000"/>
          </a:bodyPr>
          <a:lstStyle/>
          <a:p>
            <a:r>
              <a:rPr lang="en-US" altLang="zh-CN" sz="8000" dirty="0"/>
              <a:t>The home page displays a news list and provides categorized filtering (all/fake news/Non-fake news/Unknown)</a:t>
            </a:r>
            <a:endParaRPr lang="en-US" altLang="zh-CN" sz="8000" dirty="0"/>
          </a:p>
          <a:p>
            <a:r>
              <a:rPr lang="en-US" altLang="zh-CN" sz="8000" dirty="0"/>
              <a:t>Supports pagination function and allows for customizing the number of displays per page (5/10/15/20 items)</a:t>
            </a:r>
            <a:endParaRPr lang="en-US" altLang="zh-CN" sz="8000" dirty="0"/>
          </a:p>
          <a:p>
            <a:r>
              <a:rPr lang="en-US" altLang="zh-CN" sz="8000" dirty="0"/>
              <a:t>The news detail page fully displays the content, reporter information and related pictures</a:t>
            </a:r>
            <a:endParaRPr lang="en-US" altLang="zh-CN" sz="8000" dirty="0"/>
          </a:p>
          <a:p>
            <a:r>
              <a:rPr lang="en-US" altLang="zh-CN" sz="8000" dirty="0"/>
              <a:t>The community voting mechanism enables users to judge the authenticity of news and post comments</a:t>
            </a:r>
            <a:endParaRPr lang="en-US" altLang="zh-CN" sz="8000" dirty="0"/>
          </a:p>
          <a:p>
            <a:r>
              <a:rPr lang="en-US" altLang="zh-CN" sz="8000" dirty="0"/>
              <a:t>The comment system supports paginated browsing and uploading of image evidence</a:t>
            </a:r>
            <a:endParaRPr lang="en-US" altLang="zh-CN" sz="8000" dirty="0"/>
          </a:p>
          <a:p>
            <a:r>
              <a:rPr lang="en-US" altLang="zh-CN" sz="8000" dirty="0"/>
              <a:t>Data is stored using LocalStorage and does not rely on server requests</a:t>
            </a:r>
            <a:endParaRPr lang="en-US" altLang="zh-CN" sz="8000" dirty="0"/>
          </a:p>
          <a:p>
            <a:r>
              <a:rPr lang="en-US" altLang="zh-CN" sz="8000" dirty="0"/>
              <a:t>The voting results dynamically calculate the news status and update the classification in real time</a:t>
            </a:r>
            <a:endParaRPr lang="en-US" altLang="zh-CN" sz="8000" dirty="0"/>
          </a:p>
          <a:p>
            <a:r>
              <a:rPr lang="en-US" altLang="zh-CN" sz="8000" dirty="0"/>
              <a:t>The system is deployed on the Vercel platform and contains a complete simulation dataset.</a:t>
            </a:r>
            <a:endParaRPr lang="en-US" altLang="zh-CN" sz="8000" dirty="0"/>
          </a:p>
          <a:p>
            <a:endParaRPr lang="en-TH" sz="8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4. Tech Stack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altLang="zh-CN" b="0" i="0" dirty="0">
                <a:solidFill>
                  <a:srgbClr val="1F2328"/>
                </a:solidFill>
                <a:effectLst/>
                <a:latin typeface="-apple-system"/>
              </a:rPr>
              <a:t>React 19, React Router 7</a:t>
            </a:r>
            <a:endParaRPr lang="en-US" altLang="zh-CN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altLang="zh-CN" b="0" i="0" dirty="0">
                <a:solidFill>
                  <a:srgbClr val="1F2328"/>
                </a:solidFill>
                <a:effectLst/>
                <a:latin typeface="-apple-system"/>
              </a:rPr>
              <a:t>Vite (rolldown-vite@7.1.14)</a:t>
            </a:r>
            <a:endParaRPr lang="en-US" altLang="zh-CN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0" indent="0">
              <a:lnSpc>
                <a:spcPts val="1650"/>
              </a:lnSpc>
              <a:buNone/>
            </a:pPr>
            <a:r>
              <a:rPr lang="en-US" altLang="zh-CN" sz="2400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JetBrains Mono"/>
              </a:rPr>
              <a:t>Tailwind CSS 4 + </a:t>
            </a:r>
            <a:r>
              <a:rPr lang="en-US" altLang="zh-CN" sz="2400" b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JetBrains Mono"/>
              </a:rPr>
              <a:t>PostCSS</a:t>
            </a:r>
            <a:endParaRPr lang="en-US" altLang="zh-CN" sz="2400" b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JetBrains Mono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altLang="zh-CN" b="0" i="0" dirty="0" err="1">
                <a:solidFill>
                  <a:srgbClr val="1F2328"/>
                </a:solidFill>
                <a:effectLst/>
                <a:latin typeface="-apple-system"/>
              </a:rPr>
              <a:t>ESLint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-apple-system"/>
              </a:rPr>
              <a:t> (React Hooks/Refresh)</a:t>
            </a:r>
            <a:endParaRPr lang="en-US" altLang="zh-CN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1F2328"/>
              </a:solidFill>
              <a:latin typeface="-apple-syste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5. </a:t>
            </a:r>
            <a:r>
              <a:rPr lang="en-US" dirty="0"/>
              <a:t>Home page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08201"/>
            <a:ext cx="3598365" cy="3760891"/>
          </a:xfrm>
        </p:spPr>
        <p:txBody>
          <a:bodyPr>
            <a:normAutofit/>
          </a:bodyPr>
          <a:lstStyle/>
          <a:p>
            <a:r>
              <a:rPr lang="en-US" dirty="0"/>
              <a:t>Home lists news with three filters: </a:t>
            </a:r>
            <a:endParaRPr lang="en-US" dirty="0"/>
          </a:p>
          <a:p>
            <a:r>
              <a:rPr lang="en-US" dirty="0"/>
              <a:t>1 Domain, </a:t>
            </a:r>
            <a:endParaRPr lang="en-US" dirty="0"/>
          </a:p>
          <a:p>
            <a:r>
              <a:rPr lang="en-US" dirty="0"/>
              <a:t>2 F</a:t>
            </a:r>
            <a:r>
              <a:rPr lang="en-US" altLang="zh-CN" dirty="0"/>
              <a:t>ilter</a:t>
            </a:r>
            <a:r>
              <a:rPr lang="en-US" dirty="0"/>
              <a:t> (All/Fake/Not Fake/Uncertain), </a:t>
            </a:r>
            <a:endParaRPr lang="en-US" dirty="0"/>
          </a:p>
          <a:p>
            <a:r>
              <a:rPr lang="en-US" dirty="0"/>
              <a:t>3 Per page. Pagination keeps browsing fast and focused.</a:t>
            </a:r>
            <a:endParaRPr lang="en-TH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8" name="墨迹 7"/>
              <p14:cNvContentPartPr/>
              <p14:nvPr/>
            </p14:nvContentPartPr>
            <p14:xfrm>
              <a:off x="2133350" y="3784240"/>
              <a:ext cx="360" cy="684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2"/>
            </p:blipFill>
            <p:spPr>
              <a:xfrm>
                <a:off x="2133350" y="3784240"/>
                <a:ext cx="360" cy="6840"/>
              </a:xfrm>
              <a:prstGeom prst="rect"/>
            </p:spPr>
          </p:pic>
        </mc:Fallback>
      </mc:AlternateContent>
      <p:pic>
        <p:nvPicPr>
          <p:cNvPr id="5" name="图片 4" descr="cabb2275840fea47b58a2667cfe8cb4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739140"/>
            <a:ext cx="6680200" cy="5379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310" y="2108200"/>
            <a:ext cx="2217420" cy="3761105"/>
          </a:xfrm>
        </p:spPr>
        <p:txBody>
          <a:bodyPr/>
          <a:lstStyle/>
          <a:p>
            <a:r>
              <a:rPr lang="en-US" dirty="0">
                <a:latin typeface="+mj-lt"/>
              </a:rPr>
              <a:t>Use Prev/Next or page numbers to navigate; current/total pages are shown.</a:t>
            </a:r>
            <a:endParaRPr lang="en-US" dirty="0">
              <a:latin typeface="+mj-lt"/>
            </a:endParaRPr>
          </a:p>
          <a:p>
            <a:endParaRPr lang="en-US" dirty="0"/>
          </a:p>
          <a:p>
            <a:endParaRPr lang="en-TH" dirty="0"/>
          </a:p>
        </p:txBody>
      </p:sp>
      <p:sp>
        <p:nvSpPr>
          <p:cNvPr id="6" name="矩形: 圆角 5"/>
          <p:cNvSpPr/>
          <p:nvPr/>
        </p:nvSpPr>
        <p:spPr>
          <a:xfrm flipH="1">
            <a:off x="5010150" y="4776085"/>
            <a:ext cx="2012950" cy="387350"/>
          </a:xfrm>
          <a:prstGeom prst="roundRec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E000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4629150" y="4464050"/>
            <a:ext cx="381000" cy="361950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d314a99dc03462c14dce46b2bf2614a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730" y="1039495"/>
            <a:ext cx="9283065" cy="5086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6. </a:t>
            </a:r>
            <a:r>
              <a:rPr lang="en-US" dirty="0"/>
              <a:t>News Details Page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410" y="2040891"/>
            <a:ext cx="3639820" cy="3760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j-ea"/>
                <a:ea typeface="+mj-ea"/>
              </a:rPr>
              <a:t> </a:t>
            </a:r>
            <a:r>
              <a:rPr lang="en-US" sz="1900" dirty="0">
                <a:latin typeface="+mj-ea"/>
                <a:ea typeface="+mj-ea"/>
              </a:rPr>
              <a:t>- Click a news card to view full details. </a:t>
            </a:r>
            <a:endParaRPr lang="en-US" sz="1900" dirty="0">
              <a:latin typeface="+mj-ea"/>
              <a:ea typeface="+mj-ea"/>
            </a:endParaRPr>
          </a:p>
          <a:p>
            <a:r>
              <a:rPr lang="en-US" sz="1900" dirty="0">
                <a:latin typeface="+mj-ea"/>
                <a:ea typeface="+mj-ea"/>
              </a:rPr>
              <a:t>- See domain, reporter, date/time, and image/URL. </a:t>
            </a:r>
            <a:endParaRPr lang="en-US" sz="1900" dirty="0">
              <a:latin typeface="+mj-ea"/>
              <a:ea typeface="+mj-ea"/>
            </a:endParaRPr>
          </a:p>
          <a:p>
            <a:r>
              <a:rPr lang="en-US" sz="1900" dirty="0">
                <a:latin typeface="+mj-ea"/>
                <a:ea typeface="+mj-ea"/>
              </a:rPr>
              <a:t>- Access comments and voting results (fake / not fake). </a:t>
            </a:r>
            <a:endParaRPr lang="en-US" sz="19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900" dirty="0">
                <a:latin typeface="+mj-ea"/>
                <a:ea typeface="+mj-ea"/>
              </a:rPr>
              <a:t> -Navigate back to the filtered list seamlessly.</a:t>
            </a:r>
            <a:endParaRPr lang="en-TH" dirty="0">
              <a:latin typeface="+mj-ea"/>
              <a:ea typeface="+mj-ea"/>
            </a:endParaRPr>
          </a:p>
        </p:txBody>
      </p:sp>
      <p:pic>
        <p:nvPicPr>
          <p:cNvPr id="4" name="图片 3" descr="48409fd7efff92476746239b53b8ea3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4005" y="1935480"/>
            <a:ext cx="769937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7. </a:t>
            </a:r>
            <a:r>
              <a:rPr lang="en-US" dirty="0"/>
              <a:t>Vote &amp; Comment Feature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08201"/>
            <a:ext cx="3875878" cy="3760891"/>
          </a:xfrm>
        </p:spPr>
        <p:txBody>
          <a:bodyPr/>
          <a:lstStyle/>
          <a:p>
            <a:r>
              <a:rPr lang="en-US" dirty="0">
                <a:latin typeface="+mj-ea"/>
                <a:ea typeface="+mj-ea"/>
              </a:rPr>
              <a:t>- Demonstrate voting with a comment or image link.</a:t>
            </a:r>
            <a:endParaRPr lang="en-US" dirty="0">
              <a:latin typeface="+mj-ea"/>
              <a:ea typeface="+mj-ea"/>
            </a:endParaRPr>
          </a:p>
          <a:p>
            <a:r>
              <a:rPr lang="en-US" dirty="0">
                <a:latin typeface="+mj-ea"/>
                <a:ea typeface="+mj-ea"/>
              </a:rPr>
              <a:t>- New data appears in the comment list immediately.</a:t>
            </a:r>
            <a:endParaRPr lang="en-US" dirty="0">
              <a:latin typeface="+mj-ea"/>
              <a:ea typeface="+mj-ea"/>
            </a:endParaRPr>
          </a:p>
          <a:p>
            <a:r>
              <a:rPr lang="en-US" dirty="0">
                <a:latin typeface="+mj-ea"/>
                <a:ea typeface="+mj-ea"/>
              </a:rPr>
              <a:t>- Status reflects community voting in real time.</a:t>
            </a:r>
            <a:endParaRPr lang="en-TH" dirty="0">
              <a:latin typeface="+mj-ea"/>
              <a:ea typeface="+mj-ea"/>
            </a:endParaRPr>
          </a:p>
        </p:txBody>
      </p:sp>
      <p:pic>
        <p:nvPicPr>
          <p:cNvPr id="4" name="图片 3" descr="e54f4727e7d397e15ce5457eff70cd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2535" y="1604645"/>
            <a:ext cx="6941820" cy="47682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8. </a:t>
            </a:r>
            <a:r>
              <a:rPr lang="en-US" dirty="0"/>
              <a:t>Deployment with Versel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tx2"/>
                </a:solidFill>
              </a:rPr>
              <a:t>- Mention </a:t>
            </a:r>
            <a:r>
              <a:rPr lang="en-US" b="1" i="1" dirty="0">
                <a:solidFill>
                  <a:schemeClr val="tx2"/>
                </a:solidFill>
              </a:rPr>
              <a:t>mock data</a:t>
            </a:r>
            <a:r>
              <a:rPr lang="en-US" i="1" dirty="0">
                <a:solidFill>
                  <a:schemeClr val="tx2"/>
                </a:solidFill>
              </a:rPr>
              <a:t> used for testing and </a:t>
            </a:r>
            <a:r>
              <a:rPr lang="en-US" b="1" i="1" dirty="0">
                <a:solidFill>
                  <a:schemeClr val="tx2"/>
                </a:solidFill>
              </a:rPr>
              <a:t>pagination</a:t>
            </a:r>
            <a:r>
              <a:rPr lang="en-US" i="1" dirty="0">
                <a:solidFill>
                  <a:schemeClr val="tx2"/>
                </a:solidFill>
              </a:rPr>
              <a:t> implemented</a:t>
            </a:r>
            <a:endParaRPr lang="en-US" i="1" dirty="0">
              <a:solidFill>
                <a:schemeClr val="tx2"/>
              </a:solidFill>
            </a:endParaRPr>
          </a:p>
          <a:p>
            <a:endParaRPr lang="en-US" i="1" dirty="0">
              <a:solidFill>
                <a:schemeClr val="tx2"/>
              </a:solidFill>
            </a:endParaRPr>
          </a:p>
          <a:p>
            <a:endParaRPr lang="en-US" dirty="0"/>
          </a:p>
          <a:p>
            <a:endParaRPr lang="en-TH" dirty="0"/>
          </a:p>
        </p:txBody>
      </p:sp>
      <p:pic>
        <p:nvPicPr>
          <p:cNvPr id="4" name="图片 3" descr="89f4517777bdcb5d1a3f60be082b9c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255" y="2536190"/>
            <a:ext cx="9415780" cy="38144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ltGray">
          <a:xfrm>
            <a:off x="458724" y="457200"/>
            <a:ext cx="11274552" cy="59436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749" y="963997"/>
            <a:ext cx="3787457" cy="4938361"/>
          </a:xfrm>
        </p:spPr>
        <p:txBody>
          <a:bodyPr anchor="ctr">
            <a:normAutofit/>
          </a:bodyPr>
          <a:lstStyle/>
          <a:p>
            <a:r>
              <a:rPr lang="en-TH" dirty="0"/>
              <a:t>Submission</a:t>
            </a:r>
            <a:endParaRPr lang="en-TH" dirty="0"/>
          </a:p>
        </p:txBody>
      </p:sp>
      <p:cxnSp>
        <p:nvCxnSpPr>
          <p:cNvPr id="12" name="Straight Connector 1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971974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1798" y="963507"/>
            <a:ext cx="5968181" cy="493885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TH" dirty="0"/>
              <a:t>Record </a:t>
            </a:r>
            <a:r>
              <a:rPr lang="en-TH" b="1" u="sng" dirty="0"/>
              <a:t>3-5 mins presentation</a:t>
            </a:r>
            <a:r>
              <a:rPr lang="en-TH" b="1" dirty="0"/>
              <a:t> </a:t>
            </a:r>
            <a:r>
              <a:rPr lang="en-TH" dirty="0"/>
              <a:t>and submit to Moodle (Only one people in the team will submit in Moodle, you can submit to any section)</a:t>
            </a:r>
            <a:endParaRPr lang="en-TH" dirty="0"/>
          </a:p>
          <a:p>
            <a:pPr marL="0" indent="0">
              <a:buNone/>
            </a:pPr>
            <a:r>
              <a:rPr lang="en-TH" dirty="0"/>
              <a:t>Submission Deadline : </a:t>
            </a:r>
            <a:r>
              <a:rPr lang="en-TH" b="1" u="sng" dirty="0"/>
              <a:t>9th November 11.59 pm</a:t>
            </a:r>
            <a:r>
              <a:rPr lang="en-TH" dirty="0"/>
              <a:t> </a:t>
            </a:r>
            <a:endParaRPr lang="en-TH" dirty="0"/>
          </a:p>
          <a:p>
            <a:endParaRPr lang="en-TH" dirty="0"/>
          </a:p>
          <a:p>
            <a:r>
              <a:rPr lang="en-TH" dirty="0"/>
              <a:t> </a:t>
            </a:r>
            <a:endParaRPr lang="en-TH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H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6071" y="801793"/>
            <a:ext cx="8019857" cy="52730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H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8745" y="1306175"/>
            <a:ext cx="10594510" cy="4264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2334</Words>
  <Application>WPS 演示</Application>
  <PresentationFormat>宽屏</PresentationFormat>
  <Paragraphs>88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-apple-system</vt:lpstr>
      <vt:lpstr>Segoe Print</vt:lpstr>
      <vt:lpstr>JetBrains Mono</vt:lpstr>
      <vt:lpstr>Tw Cen MT</vt:lpstr>
      <vt:lpstr>微软雅黑</vt:lpstr>
      <vt:lpstr>Arial Unicode MS</vt:lpstr>
      <vt:lpstr>等线</vt:lpstr>
      <vt:lpstr>RetrospectVTI</vt:lpstr>
      <vt:lpstr>Presentation for the Front-end Part</vt:lpstr>
      <vt:lpstr>1. Member</vt:lpstr>
      <vt:lpstr>2. Project name/Project Goal</vt:lpstr>
      <vt:lpstr>3. Features</vt:lpstr>
      <vt:lpstr>4. Tech Stack</vt:lpstr>
      <vt:lpstr>5. Home page</vt:lpstr>
      <vt:lpstr> </vt:lpstr>
      <vt:lpstr>6. News Details Page</vt:lpstr>
      <vt:lpstr>7. Vote &amp; Comment Feature</vt:lpstr>
      <vt:lpstr>8. Deployment with Versel</vt:lpstr>
      <vt:lpstr>Submission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Pikul V.</dc:creator>
  <cp:lastModifiedBy>花溅泪</cp:lastModifiedBy>
  <cp:revision>10</cp:revision>
  <dcterms:created xsi:type="dcterms:W3CDTF">2025-10-24T04:49:00Z</dcterms:created>
  <dcterms:modified xsi:type="dcterms:W3CDTF">2025-11-08T12:30:51Z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A65175E001FC4BFD8B2EE97440EF6068_13</vt:lpwstr>
  </property>
  <property fmtid="{D5CDD505-2E9C-101B-9397-08002B2CF9AE}" pid="3" name="KSOProductBuildVer">
    <vt:lpwstr>2052-12.1.0.22175</vt:lpwstr>
  </property>
</Properties>
</file>